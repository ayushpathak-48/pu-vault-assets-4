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4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80C4-677A-4F54-AC67-C50708C2FC31}" type="datetimeFigureOut">
              <a:rPr lang="en-US" smtClean="0"/>
              <a:pPr/>
              <a:t>2/28/2022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A0F62-844B-4132-81E1-2E689FBBFC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A0F62-844B-4132-81E1-2E689FBBFCC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50DC-0CA8-4B17-AED4-5BE96EF64DE9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334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59E7-CD74-4F49-A1C0-1C460F426EA6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8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C75A-85E4-4AF0-9F73-094BDF403026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39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B769E-DB72-43CE-BB64-DCC135C407C5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CA003-32EA-46B7-9B72-DF506990628E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4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6257-F15D-45F7-BB6A-FB75C78CDF53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0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3FA86-0B43-4FF4-8401-D568254BBC83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9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D2F42AB-458A-4ED0-9164-B8DDD515C73A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7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97CF-0FE6-42B4-9886-F080B30FE61B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2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1F05-1047-48E0-8CCC-98FB124029A8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9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2F7F-1A74-4A20-B7F2-EC66702A597B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A09CDE-73CD-4DAC-A912-1A1C549792AB}" type="datetime1">
              <a:rPr lang="en-US" smtClean="0"/>
              <a:pPr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Project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15D92F5-C6BD-4770-B93B-CCC7110BADD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5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442449" y="168901"/>
            <a:ext cx="2779058" cy="78581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  <a:latin typeface="Cambria" pitchFamily="18" charset="0"/>
                <a:cs typeface="BrowalliaUPC" pitchFamily="34" charset="-34"/>
              </a:rPr>
              <a:t>Project Title</a:t>
            </a:r>
            <a:endParaRPr lang="en-US" sz="3600" b="1" dirty="0">
              <a:solidFill>
                <a:srgbClr val="0070C0"/>
              </a:solidFill>
              <a:latin typeface="Cambria" pitchFamily="18" charset="0"/>
              <a:cs typeface="BrowalliaUPC" pitchFamily="34" charset="-34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517514" y="1070418"/>
            <a:ext cx="22860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eveloped</a:t>
            </a:r>
            <a:r>
              <a:rPr lang="en-US" dirty="0" smtClean="0">
                <a:latin typeface="Cambri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at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cs typeface="Arial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788870" y="1441590"/>
            <a:ext cx="374642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Company Name - City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179370" y="2128701"/>
            <a:ext cx="2962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Under The </a:t>
            </a:r>
            <a:r>
              <a:rPr kumimoji="0" 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Guidance Of</a:t>
            </a:r>
            <a:endParaRPr kumimoji="0" lang="en-US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libri" pitchFamily="34" charset="0"/>
              <a:cs typeface="Microsoft Sans Serif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1083" y="4635327"/>
            <a:ext cx="45988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itchFamily="18" charset="0"/>
              </a:rPr>
              <a:t>Submitted To:</a:t>
            </a:r>
            <a:endParaRPr lang="en-US" dirty="0">
              <a:latin typeface="Cambria" pitchFamily="18" charset="0"/>
            </a:endParaRPr>
          </a:p>
          <a:p>
            <a:r>
              <a:rPr lang="en-US" sz="21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Department of MCA</a:t>
            </a:r>
          </a:p>
          <a:p>
            <a:r>
              <a:rPr lang="en-US" sz="21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Faculty of IT &amp; Computer Science,</a:t>
            </a:r>
          </a:p>
          <a:p>
            <a:r>
              <a:rPr lang="en-US" sz="21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PARUL University</a:t>
            </a:r>
            <a:endParaRPr lang="en-US" sz="2100" b="1" dirty="0" smtClean="0">
              <a:solidFill>
                <a:schemeClr val="accent4">
                  <a:lumMod val="75000"/>
                </a:schemeClr>
              </a:solidFill>
              <a:latin typeface="Cambria" pitchFamily="18" charset="0"/>
            </a:endParaRPr>
          </a:p>
        </p:txBody>
      </p:sp>
      <p:pic>
        <p:nvPicPr>
          <p:cNvPr id="12" name="Picture 11" descr="C:\Users\HP\Desktop\pu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924" y="4554071"/>
            <a:ext cx="2447911" cy="15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38727" y="2510972"/>
            <a:ext cx="2962304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Internal Guide</a:t>
            </a:r>
            <a:endParaRPr kumimoji="0" lang="en-US" sz="16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libri" pitchFamily="34" charset="0"/>
              <a:cs typeface="Microsoft Sans Serif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Prof. Faculty Name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2232209" y="3251406"/>
            <a:ext cx="470647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Developed By</a:t>
            </a:r>
          </a:p>
          <a:p>
            <a:pPr lvl="0" indent="45720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rgbClr val="1F497D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Student Name (Enrollment </a:t>
            </a:r>
            <a:r>
              <a:rPr lang="en-US" sz="2200" b="1" dirty="0" smtClean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No)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597691" y="2510972"/>
            <a:ext cx="2962304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Microsoft Sans Serif" pitchFamily="34" charset="0"/>
              </a:rPr>
              <a:t>External Guide</a:t>
            </a:r>
            <a:endParaRPr kumimoji="0" lang="en-US" sz="16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libri" pitchFamily="34" charset="0"/>
              <a:cs typeface="Microsoft Sans Serif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Company Name</a:t>
            </a:r>
            <a:endParaRPr lang="en-US" b="1" dirty="0" smtClean="0">
              <a:solidFill>
                <a:srgbClr val="0070C0"/>
              </a:solidFill>
              <a:latin typeface="Cambria" pitchFamily="18" charset="0"/>
              <a:ea typeface="Calibri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49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D92F5-C6BD-4770-B93B-CCC7110BADD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9271" y="349624"/>
            <a:ext cx="8283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Header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39266" y="1147504"/>
            <a:ext cx="828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Content</a:t>
            </a:r>
            <a:endParaRPr lang="en-US" sz="24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-29" y="6459786"/>
            <a:ext cx="1818585" cy="365125"/>
          </a:xfrm>
        </p:spPr>
        <p:txBody>
          <a:bodyPr/>
          <a:lstStyle/>
          <a:p>
            <a:r>
              <a:rPr lang="en-US" dirty="0" smtClean="0"/>
              <a:t>Project 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52</Words>
  <Application>Microsoft Office PowerPoint</Application>
  <PresentationFormat>On-screen Show (4:3)</PresentationFormat>
  <Paragraphs>19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BrowalliaUPC</vt:lpstr>
      <vt:lpstr>Calibri</vt:lpstr>
      <vt:lpstr>Cambria</vt:lpstr>
      <vt:lpstr>Microsoft Sans Serif</vt:lpstr>
      <vt:lpstr>Retrospect</vt:lpstr>
      <vt:lpstr>Project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Mihir</dc:creator>
  <cp:lastModifiedBy>kaushal</cp:lastModifiedBy>
  <cp:revision>11</cp:revision>
  <dcterms:created xsi:type="dcterms:W3CDTF">2017-05-16T07:00:22Z</dcterms:created>
  <dcterms:modified xsi:type="dcterms:W3CDTF">2022-02-28T04:12:11Z</dcterms:modified>
</cp:coreProperties>
</file>